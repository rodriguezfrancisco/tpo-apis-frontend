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e93d27b2-965f-09f8-4fb1-26501c0990b9}">
          <p14:sldIdLst>
            <p14:sldId id="256"/>
            <p14:sldId id="257"/>
            <p14:sldId id="258"/>
          </p14:sldIdLst>
        </p14:section>
        <p14:section name="La idea en CSS" id="{f1d02e38-5ce7-1ccb-0371-416403f47107}">
          <p14:sldIdLst>
            <p14:sldId id="259"/>
            <p14:sldId id="260"/>
          </p14:sldIdLst>
        </p14:section>
        <p14:section name="Pantallas" id="{35e269a9-730c-3a63-e747-2eb3817d1b96}">
          <p14:sldIdLst>
            <p14:sldId id="261"/>
            <p14:sldId id="262"/>
            <p14:sldId id="263"/>
          </p14:sldIdLst>
        </p14:section>
        <p14:section name="Herramientas" id="{23dc7126-9bf0-8b95-2a6c-6e9088b46b8f}">
          <p14:sldIdLst>
            <p14:sldId id="264"/>
            <p14:sldId id="265"/>
          </p14:sldIdLst>
        </p14:section>
        <p14:section name="Cierre" id="{3ca8f5f9-982e-3942-118d-c37aa71b3ac3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 toca presentar la parte de diseño. Antes de entrar al código, les cuento la idea que guía todo el sitio: Gogogo Market es un marketplace de figuras, así que lo pensamos como una página de manga o de cómic.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Tomamos dos mangas como referencia. De JoJo sacamos las onomatopeyas integradas al dibujo, como el ゴゴゴ, la tipografía pesada y esa sensación de tensión. De Shuumatsu no Valkyrie, el contraste extremo blanco y negro, las líneas de acción radiales de los combates y las tramas de puntos de fondo. Son además los dos títulos de figuras que vende la tienda.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nombre de la tienda sale de esta onomatopeya. ゴゴゴ se lee 'go go go' y es un ideófono: no es un sonido que escuchan los personajes, sino una atmósfera de tensión o amenaza. En inglés se traduce como 'menacing'. Está en JoJo desde que el manga debutó en 1987. Nosotros la usamos en el logo, en el banner (donde vibra con una animación) y como silueta cuando un producto no tiene foto.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traducción de cada recurso del manga a una propiedad de CSS. La trama de puntos es un radial-gradient repetido. Las líneas de acción, un repeating-conic-gradient. El entintado es una sombra sin desenfoque. La onomatopeya usa text-stroke y una animación. El globo de diálogo es un border-radius del 50%. Y las viñetas son bordes con CSS Grid. Casi todo está hecho sin imágenes.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lograr esa estética nos pusimos cuatro reglas que se repiten en todo el sitio: solo blanco y negro; bordes rectos (no hay esquinas redondeadas); sombras duras, desplazadas y sin desenfoque; y tipografía muy pesada, en mayúsculas, con títulos en itálica inclinada. Además, cada componente de React tiene su propio archivo CSS y todas las medidas están en 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banner está pensado como dos viñetas de una revista. El panel izquierdo tiene la trama de puntos y el texto hueco hecho con text-stroke. El derecho tiene las líneas de acción con un conic-gradient, el globo de diálogo y los ゴゴゴ que vibran con una animación de keyframes, con un delay distinto por letra. El espiral del medio imita el anillado de un cuaderno, y la silueta de reemplazo está hecha con clip-path. En celular los paneles se apilan con flex-direction: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grilla del catálogo usa CSS Grid con repeat(auto-fill, minmax(15em, 1fr)): arma tantas columnas como entren, sin media queries. Al pasar el mouse, la tarjeta sube en diagonal y aparece una sombra dura sin blur. Para que todas queden alineadas, el nombre reserva dos líneas con min-height y el precio se empuja al fondo con margin-top: auto. La imagen es siempre cuadrada con aspect-ratio y nunca se deforma gracias a object-fit: contain.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que todo se sienta parte del mismo sitio, repetimos los mismos patrones: la sombra dura en tarjetas y formularios, botones blancos que se invierten al pasar el mouse, títulos en caja blanca inclinada, estados vacíos con borde punteado y botones deshabilitados con opacidad 0.4. Login y registro comparten el mismo CSS. En accesibilidad usamos :focus-visible: el contorno de foco solo aparece al navegar con teclado.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Tailwind es un framework de clases utilitarias: cada clase hace una sola cosa, como bg-black o w-full, y al compilar genera solo las que usamos. DaisyUI es un plugin de Tailwind que agrega componentes armados, como btn, navbar o input. Se activa en tailwind.config.js. Lo usamos en la navbar como base, y encima le sumamos clases propias como custom-navbar o cart-btn, donde pisamos el border-radius y los bordes. Nuestro CSS gana sin !important porque DaisyUI mete sus estilos en una capa @layer, y el CSS fuera de una capa siempre le gana. No lo usamos en el resto porque su estilo por defecto es el opuesto al que buscábamos.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todas las medidas están en em, en las media queries cambiamos un solo font-size y todo el componente se achica proporcionalmente. En celular el banner pasa de fila a columna y los anillos del espiral se rotan, la navbar deja de ser sticky y el catálogo queda en dos columnas.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resumen: una estética de manga en blanco y negro. Usamos Tailwind y DaisyUI como base donde nos ahorraban trabajo, y el resto es CSS propio por componente, con efectos sin imágenes, medidas en em para que todo escale junto y patrones repetidos para que el sitio sea coherente.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OSCUR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i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ma de puntos" descr="/tmp/claude-0/-home-claude/78d5454c-5c34-51f7-8761-910706116889/scratchpad/deck/halft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ゴゴゴ" descr="Onomatopeya ゴゴ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320040"/>
            <a:ext cx="3566160" cy="1355141"/>
          </a:xfrm>
          <a:prstGeom prst="rect">
            <a:avLst/>
          </a:prstGeom>
        </p:spPr>
      </p:pic>
      <p:sp>
        <p:nvSpPr>
          <p:cNvPr id="4" name="Caja título"/>
          <p:cNvSpPr/>
          <p:nvPr/>
        </p:nvSpPr>
        <p:spPr>
          <a:xfrm>
            <a:off x="548640" y="1828800"/>
            <a:ext cx="6035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685800" y="182880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i="1" dirty="0">
                <a:solidFill>
                  <a:schemeClr val="tx1"/>
                </a:solidFill>
              </a:rPr>
              <a:t>GOGOGO MARKET</a:t>
            </a:r>
            <a:endParaRPr lang="en-US" sz="4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0632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Diseño y CSS: una tienda que se lee como un manga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FBF"/>
                </a:solidFill>
              </a:rPr>
              <a:t>Grupo 9 · Caggia · Rodriguez · Gabian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bg1"/>
                </a:solidFill>
              </a:rPr>
              <a:t>DE DÓNDE SALE LA IDEA</a:t>
            </a:r>
            <a:endParaRPr lang="en-US" sz="2800" dirty="0"/>
          </a:p>
        </p:txBody>
      </p:sp>
      <p:sp>
        <p:nvSpPr>
          <p:cNvPr id="3" name="Viñeta referencia 1"/>
          <p:cNvSpPr/>
          <p:nvPr/>
        </p:nvSpPr>
        <p:spPr>
          <a:xfrm>
            <a:off x="457200" y="1051560"/>
            <a:ext cx="3977640" cy="19659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4" name="Panel JoJo's Bizarre Adventure" descr="Panel de JoJo's Bizarre Adven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50688"/>
            <a:ext cx="3831336" cy="15677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12724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JOJO'S BIZARRE ADVENTURE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BFBFBF"/>
                </a:solidFill>
              </a:rPr>
              <a:t>Hirohiko Araki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61188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Onomatopeyas como parte del dibujo (ゴゴゴ)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Tipografía pesada y poses dramáticas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Tensión antes de la acción</a:t>
            </a:r>
            <a:endParaRPr lang="en-US" sz="1300" dirty="0"/>
          </a:p>
        </p:txBody>
      </p:sp>
      <p:sp>
        <p:nvSpPr>
          <p:cNvPr id="7" name="Viñeta referencia 2"/>
          <p:cNvSpPr/>
          <p:nvPr/>
        </p:nvSpPr>
        <p:spPr>
          <a:xfrm>
            <a:off x="4709160" y="1051560"/>
            <a:ext cx="3977640" cy="19659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8" name="Panel Shuumatsu no Valkyrie" descr="Panel de Shuumatsu no Valkyri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632" y="1124712"/>
            <a:ext cx="2512696" cy="18196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709160" y="312724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SHUUMATSU NO VALKYRIE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BFBFBF"/>
                </a:solidFill>
              </a:rPr>
              <a:t>Ajichika · Fukui · Umemura — Thor vs. Lü Bu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709160" y="361188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Contraste extremo blanco y negro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Líneas de acción radiales de impacto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Tramas de puntos en los fondos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íneas de acción" descr="/tmp/claude-0/-home-claude/78d5454c-5c34-51f7-8761-910706116889/scratchpad/deck/speedl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Viñeta texto"/>
          <p:cNvSpPr/>
          <p:nvPr/>
        </p:nvSpPr>
        <p:spPr>
          <a:xfrm>
            <a:off x="457200" y="457200"/>
            <a:ext cx="4206240" cy="4206240"/>
          </a:xfrm>
          <a:prstGeom prst="rect">
            <a:avLst/>
          </a:prstGeom>
          <a:solidFill>
            <a:srgbClr val="000000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pic>
        <p:nvPicPr>
          <p:cNvPr id="4" name="ゴゴゴ" descr="/tmp/claude-0/-home-claude/78d5454c-5c34-51f7-8761-910706116889/scratchpad/deck/gogogo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2743200" cy="104241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31520" y="18288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¿QUÉ ES ゴゴゴ?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228600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Se lee "go go go". Es un ideófono: no es un ruido que escuchan los personajes, es una atmósfera de amenaza (en inglés, "menacing").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Aparece en JoJo desde su debut, en 1987, cuando un rival poderoso entra en escena.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Le dio el nombre a la tienda y vibra en el banner del inicio.</a:t>
            </a:r>
            <a:endParaRPr lang="en-US" sz="1300" dirty="0"/>
          </a:p>
        </p:txBody>
      </p:sp>
      <p:pic>
        <p:nvPicPr>
          <p:cNvPr id="7" name="Panel JoJo 1" descr="Panel de JoJo con ゴゴ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411480"/>
            <a:ext cx="2514600" cy="207405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074920" y="411480"/>
            <a:ext cx="2514600" cy="207405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pic>
        <p:nvPicPr>
          <p:cNvPr id="9" name="Panel JoJo 2" descr="Panel de JoJo con ゴゴゴ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714130"/>
            <a:ext cx="2514600" cy="207405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6172200" y="2714130"/>
            <a:ext cx="2514600" cy="207405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11" name="Text 5"/>
          <p:cNvSpPr txBox="1"/>
          <p:nvPr/>
        </p:nvSpPr>
        <p:spPr>
          <a:xfrm>
            <a:off x="731520" y="4206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BFBF"/>
                </a:solidFill>
              </a:rPr>
              <a:t>Panel: JoJo's Bizarre Adventure, Hirohiko Araki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bg1"/>
                </a:solidFill>
              </a:rPr>
              <a:t>DEL MANGA AL CSS</a:t>
            </a:r>
            <a:endParaRPr lang="en-US" sz="2800" dirty="0"/>
          </a:p>
        </p:txBody>
      </p:sp>
      <p:sp>
        <p:nvSpPr>
          <p:cNvPr id="3" name="Tarjeta Trama de puntos"/>
          <p:cNvSpPr/>
          <p:nvPr/>
        </p:nvSpPr>
        <p:spPr>
          <a:xfrm>
            <a:off x="457200" y="1051560"/>
            <a:ext cx="2606040" cy="169164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bg1"/>
                </a:solidFill>
              </a:rPr>
              <a:t>TRAMA DE PUNTOS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618488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18488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radial-gradient + background-size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58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</a:rPr>
              <a:t>Banner, tarjetas, carrito</a:t>
            </a:r>
            <a:endParaRPr lang="en-US" sz="1100" dirty="0"/>
          </a:p>
        </p:txBody>
      </p:sp>
      <p:sp>
        <p:nvSpPr>
          <p:cNvPr id="8" name="Tarjeta Líneas de acción"/>
          <p:cNvSpPr/>
          <p:nvPr/>
        </p:nvSpPr>
        <p:spPr>
          <a:xfrm>
            <a:off x="3268980" y="1051560"/>
            <a:ext cx="2606040" cy="169164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51860" y="1188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bg1"/>
                </a:solidFill>
              </a:rPr>
              <a:t>LÍNEAS DE ACCIÓN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51860" y="1618488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5012" y="1618488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repeating-conic-gradient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51860" y="2258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</a:rPr>
              <a:t>Banner, Cómo comprar</a:t>
            </a:r>
            <a:endParaRPr lang="en-US" sz="1100" dirty="0"/>
          </a:p>
        </p:txBody>
      </p:sp>
      <p:sp>
        <p:nvSpPr>
          <p:cNvPr id="13" name="Tarjeta Entintado"/>
          <p:cNvSpPr/>
          <p:nvPr/>
        </p:nvSpPr>
        <p:spPr>
          <a:xfrm>
            <a:off x="6080760" y="1051560"/>
            <a:ext cx="2606040" cy="169164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1188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bg1"/>
                </a:solidFill>
              </a:rPr>
              <a:t>ENTINTADO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63640" y="1618488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36792" y="1618488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box-shadow: .4em .4em 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258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</a:rPr>
              <a:t>Hover de tarjetas y formularios</a:t>
            </a:r>
            <a:endParaRPr lang="en-US" sz="1100" dirty="0"/>
          </a:p>
        </p:txBody>
      </p:sp>
      <p:sp>
        <p:nvSpPr>
          <p:cNvPr id="18" name="Tarjeta Onomatopeya"/>
          <p:cNvSpPr/>
          <p:nvPr/>
        </p:nvSpPr>
        <p:spPr>
          <a:xfrm>
            <a:off x="457200" y="2926080"/>
            <a:ext cx="2606040" cy="169164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bg1"/>
                </a:solidFill>
              </a:rPr>
              <a:t>ONOMATOPEYA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3493008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493008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-webkit-text-stroke + @keyframes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1330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</a:rPr>
              <a:t>ゴゴゴ del banner</a:t>
            </a:r>
            <a:endParaRPr lang="en-US" sz="1100" dirty="0"/>
          </a:p>
        </p:txBody>
      </p:sp>
      <p:sp>
        <p:nvSpPr>
          <p:cNvPr id="23" name="Tarjeta Globo de diálogo"/>
          <p:cNvSpPr/>
          <p:nvPr/>
        </p:nvSpPr>
        <p:spPr>
          <a:xfrm>
            <a:off x="3268980" y="2926080"/>
            <a:ext cx="2606040" cy="169164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5186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bg1"/>
                </a:solidFill>
              </a:rPr>
              <a:t>GLOBO DE DIÁLOGO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451860" y="3493008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25012" y="3493008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border-radius: 50% + triángulo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451860" y="41330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</a:rPr>
              <a:t>"¡La quiero!"</a:t>
            </a:r>
            <a:endParaRPr lang="en-US" sz="1100" dirty="0"/>
          </a:p>
        </p:txBody>
      </p:sp>
      <p:sp>
        <p:nvSpPr>
          <p:cNvPr id="28" name="Tarjeta Viñetas"/>
          <p:cNvSpPr/>
          <p:nvPr/>
        </p:nvSpPr>
        <p:spPr>
          <a:xfrm>
            <a:off x="6080760" y="2926080"/>
            <a:ext cx="2606040" cy="169164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6364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bg1"/>
                </a:solidFill>
              </a:rPr>
              <a:t>VIÑETAS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263640" y="3493008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36792" y="3493008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 + CSS Grid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263640" y="41330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</a:rPr>
              <a:t>Toda la estructura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bg1"/>
                </a:solidFill>
              </a:rPr>
              <a:t>CUATRO REGLAS PARA TODO EL SITIO</a:t>
            </a:r>
            <a:endParaRPr lang="en-US" sz="2800" dirty="0"/>
          </a:p>
        </p:txBody>
      </p:sp>
      <p:sp>
        <p:nvSpPr>
          <p:cNvPr id="3" name="Regla 1"/>
          <p:cNvSpPr/>
          <p:nvPr/>
        </p:nvSpPr>
        <p:spPr>
          <a:xfrm>
            <a:off x="457200" y="1188720"/>
            <a:ext cx="1874520" cy="329184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63500" dir="2700000">
              <a:srgbClr val="FFFFFF">
                <a:alpha val="10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1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BLANCO Y NEGRO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Alto contraste, como un manga impreso. Ningún color de acento.</a:t>
            </a:r>
            <a:endParaRPr lang="en-US" sz="1200" dirty="0"/>
          </a:p>
        </p:txBody>
      </p:sp>
      <p:sp>
        <p:nvSpPr>
          <p:cNvPr id="7" name="Regla 2"/>
          <p:cNvSpPr/>
          <p:nvPr/>
        </p:nvSpPr>
        <p:spPr>
          <a:xfrm>
            <a:off x="2575865" y="1188720"/>
            <a:ext cx="187452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58745" y="1325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tx1"/>
                </a:solidFill>
              </a:rPr>
              <a:t>2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2758745" y="25146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BORDES RECTOS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758745" y="315468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border-radius: 0. La excepción son los círculos del stepper del carrito.</a:t>
            </a:r>
            <a:endParaRPr lang="en-US" sz="1200" dirty="0"/>
          </a:p>
        </p:txBody>
      </p:sp>
      <p:sp>
        <p:nvSpPr>
          <p:cNvPr id="11" name="Regla 3"/>
          <p:cNvSpPr/>
          <p:nvPr/>
        </p:nvSpPr>
        <p:spPr>
          <a:xfrm>
            <a:off x="4694530" y="1188720"/>
            <a:ext cx="1874520" cy="329184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63500" dir="2700000">
              <a:srgbClr val="FFFFFF">
                <a:alpha val="10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77410" y="1325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3</a:t>
            </a:r>
            <a:endParaRPr lang="en-US" sz="7200" dirty="0"/>
          </a:p>
        </p:txBody>
      </p:sp>
      <p:sp>
        <p:nvSpPr>
          <p:cNvPr id="13" name="Text 11"/>
          <p:cNvSpPr txBox="1"/>
          <p:nvPr/>
        </p:nvSpPr>
        <p:spPr>
          <a:xfrm>
            <a:off x="4877410" y="25146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SOMBRAS DURAS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77410" y="315468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Desplazadas y sin blur, como tinta. Nada de sombras suaves.</a:t>
            </a:r>
            <a:endParaRPr lang="en-US" sz="1200" dirty="0"/>
          </a:p>
        </p:txBody>
      </p:sp>
      <p:sp>
        <p:nvSpPr>
          <p:cNvPr id="15" name="Regla 4"/>
          <p:cNvSpPr/>
          <p:nvPr/>
        </p:nvSpPr>
        <p:spPr>
          <a:xfrm>
            <a:off x="6813194" y="1188720"/>
            <a:ext cx="187452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96074" y="1325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tx1"/>
                </a:solidFill>
              </a:rPr>
              <a:t>4</a:t>
            </a:r>
            <a:endParaRPr lang="en-US" sz="7200" dirty="0"/>
          </a:p>
        </p:txBody>
      </p:sp>
      <p:sp>
        <p:nvSpPr>
          <p:cNvPr id="17" name="Text 15"/>
          <p:cNvSpPr txBox="1"/>
          <p:nvPr/>
        </p:nvSpPr>
        <p:spPr>
          <a:xfrm>
            <a:off x="6996074" y="25146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TIPOGRAFÍA PESADA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96074" y="315468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Peso 900, mayúsculas y títulos en itálica inclinada con skewX(-6deg).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bg1"/>
                </a:solidFill>
              </a:rPr>
              <a:t>HOME: DOS VIÑETAS DE REVISTA</a:t>
            </a:r>
            <a:endParaRPr lang="en-US" sz="2800" dirty="0"/>
          </a:p>
        </p:txBody>
      </p:sp>
      <p:pic>
        <p:nvPicPr>
          <p:cNvPr id="3" name="Captura banner" descr="Banner de la 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486400" cy="265461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63640" y="1051560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6364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766560" y="1014984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Trama de puntos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</a:rPr>
              <a:t>radial-gradient repetido en el panel izquierdo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63640" y="1737360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63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766560" y="1700784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Texto hueco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</a:rPr>
              <a:t>-webkit-text-stroke en "TU FIGURA"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2423160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6364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2386584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Líneas de acción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</a:rPr>
              <a:t>repeating-conic-gradient en el panel derecho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63640" y="3108960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636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766560" y="3072384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ゴゴゴ que vibra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</a:rPr>
              <a:t>@keyframes con un animation-delay por letra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86162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BFBF"/>
                </a:solidFill>
              </a:rPr>
              <a:t>Sin backend, se muestra la silueta hecha con clip-path: polygon.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bg1"/>
                </a:solidFill>
              </a:rPr>
              <a:t>CATÁLOGO: GRILLA Y TARJETAS</a:t>
            </a:r>
            <a:endParaRPr lang="en-US" sz="2800" dirty="0"/>
          </a:p>
        </p:txBody>
      </p:sp>
      <p:pic>
        <p:nvPicPr>
          <p:cNvPr id="3" name="Captura catálogo" descr="Catálogo de product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120640" cy="2880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897880" y="1051560"/>
            <a:ext cx="2788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89320" y="10515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repeat(auto-fill, minmax(15em, 1fr))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1874520"/>
            <a:ext cx="2788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Columnas automáticas sin media queries.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Hover: la tarjeta sube con translate y aparece la sombra dura.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min-height en el nombre y margin-top: auto en el precio: todas las tarjetas quedan alineadas.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aspect-ratio: 1/1 y object-fit: contain: la imagen nunca se deforma.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bg1"/>
                </a:solidFill>
              </a:rPr>
              <a:t>LOS MISMOS PATRONES EN CADA PANTALLA</a:t>
            </a:r>
            <a:endParaRPr lang="en-US" sz="2800" dirty="0"/>
          </a:p>
        </p:txBody>
      </p:sp>
      <p:pic>
        <p:nvPicPr>
          <p:cNvPr id="3" name="Captura login" descr="/tmp/claude-0/-home-claude/78d5454c-5c34-51f7-8761-910706116889/scratchpad/deck/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2606040" cy="1600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2606040" cy="16002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2834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bg1"/>
                </a:solidFill>
              </a:rPr>
              <a:t>SOMBRA DURA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200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</a:rPr>
              <a:t>box-shadow sin blur en la tarjeta del login</a:t>
            </a:r>
            <a:endParaRPr lang="en-US" sz="1100" dirty="0"/>
          </a:p>
        </p:txBody>
      </p:sp>
      <p:pic>
        <p:nvPicPr>
          <p:cNvPr id="7" name="Captura detail" descr="/tmp/claude-0/-home-claude/78d5454c-5c34-51f7-8761-910706116889/scratchpad/deck/detai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68980" y="1097280"/>
            <a:ext cx="2606040" cy="1600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68980" y="1097280"/>
            <a:ext cx="2606040" cy="16002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268980" y="2834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bg1"/>
                </a:solidFill>
              </a:rPr>
              <a:t>BOTONES INVERTIDOS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3268980" y="3200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</a:rPr>
              <a:t>Blanco con texto negro; al hover se invierten</a:t>
            </a:r>
            <a:endParaRPr lang="en-US" sz="1100" dirty="0"/>
          </a:p>
        </p:txBody>
      </p:sp>
      <p:pic>
        <p:nvPicPr>
          <p:cNvPr id="11" name="Captura howto" descr="/tmp/claude-0/-home-claude/78d5454c-5c34-51f7-8761-910706116889/scratchpad/deck/howto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80760" y="1097280"/>
            <a:ext cx="2606040" cy="1600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080760" y="1097280"/>
            <a:ext cx="2606040" cy="16002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080760" y="2834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bg1"/>
                </a:solidFill>
              </a:rPr>
              <a:t>VIÑETAS NUMERADAS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080760" y="3200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</a:rPr>
              <a:t>Trama, líneas y números con text-stroke</a:t>
            </a:r>
            <a:endParaRPr lang="en-US" sz="1100" dirty="0"/>
          </a:p>
        </p:txBody>
      </p:sp>
      <p:sp>
        <p:nvSpPr>
          <p:cNvPr id="15" name="Accesibilidad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dash"/>
          </a:ln>
        </p:spPr>
      </p:sp>
      <p:sp>
        <p:nvSpPr>
          <p:cNvPr id="16" name="Text 11"/>
          <p:cNvSpPr txBox="1"/>
          <p:nvPr/>
        </p:nvSpPr>
        <p:spPr>
          <a:xfrm>
            <a:off x="640080" y="3886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Accesibilidad: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:focus-visible en todo lo interactivo. El contorno de foco aparece solo al navegar con teclado.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bg1"/>
                </a:solidFill>
              </a:rPr>
              <a:t>TAILWIND Y DAISYUI</a:t>
            </a:r>
            <a:endParaRPr lang="en-US" sz="2800" dirty="0"/>
          </a:p>
        </p:txBody>
      </p:sp>
      <p:pic>
        <p:nvPicPr>
          <p:cNvPr id="3" name="Captura navbar" descr="/tmp/claude-0/-home-claude/78d5454c-5c34-51f7-8761-910706116889/scratchpad/deck/nav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44577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05840"/>
            <a:ext cx="8229600" cy="44577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Columna TAILWIND CSS"/>
          <p:cNvSpPr/>
          <p:nvPr/>
        </p:nvSpPr>
        <p:spPr>
          <a:xfrm>
            <a:off x="457200" y="1783080"/>
            <a:ext cx="2606040" cy="237744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920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TAILWIND CSS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Clases utilitarias: una clase, una propiedad.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bg-black · w-full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383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</a:rPr>
              <a:t>Al compilar genera solo las clases que usamos.</a:t>
            </a:r>
            <a:endParaRPr lang="en-US" sz="1100" dirty="0"/>
          </a:p>
        </p:txBody>
      </p:sp>
      <p:sp>
        <p:nvSpPr>
          <p:cNvPr id="10" name="Columna DAISYUI"/>
          <p:cNvSpPr/>
          <p:nvPr/>
        </p:nvSpPr>
        <p:spPr>
          <a:xfrm>
            <a:off x="3268980" y="1783080"/>
            <a:ext cx="2606040" cy="237744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51860" y="1920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DAISYUI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45186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Plugin de Tailwind con componentes armados.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451860" y="2926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navbar · btn · input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451860" y="3383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</a:rPr>
              <a:t>Lo usamos como base de la navbar.</a:t>
            </a:r>
            <a:endParaRPr lang="en-US" sz="1100" dirty="0"/>
          </a:p>
        </p:txBody>
      </p:sp>
      <p:sp>
        <p:nvSpPr>
          <p:cNvPr id="15" name="Columna NUESTRO CSS"/>
          <p:cNvSpPr/>
          <p:nvPr/>
        </p:nvSpPr>
        <p:spPr>
          <a:xfrm>
            <a:off x="6080760" y="1783080"/>
            <a:ext cx="26060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63640" y="1920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NUESTRO CSS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Clases propias que aplican la estética cómic.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2926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custom-navbar · cart-btn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3383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</a:rPr>
              <a:t>Gana porque DaisyUI vive en @layer.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FBFBF"/>
                </a:solidFill>
              </a:rPr>
              <a:t>Usamos DaisyUI solo en la navbar: su estilo por defecto (esquinas redondeadas, sombras suaves) es el opuesto al del sitio.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bg1"/>
                </a:solidFill>
              </a:rPr>
              <a:t>RESPONSIVE CON EM</a:t>
            </a:r>
            <a:endParaRPr lang="en-US" sz="2800" dirty="0"/>
          </a:p>
        </p:txBody>
      </p:sp>
      <p:pic>
        <p:nvPicPr>
          <p:cNvPr id="3" name="Captura celular" descr="Home en celul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6677" y="1051560"/>
            <a:ext cx="1690123" cy="3657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96677" y="1051560"/>
            <a:ext cx="1690123" cy="36576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515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Todas las medidas en em: cambiando un solo font-size, escala el componente entero.</a:t>
            </a:r>
            <a:endParaRPr lang="en-US" sz="1600" dirty="0"/>
          </a:p>
        </p:txBody>
      </p:sp>
      <p:sp>
        <p:nvSpPr>
          <p:cNvPr id="6" name="Código"/>
          <p:cNvSpPr/>
          <p:nvPr/>
        </p:nvSpPr>
        <p:spPr>
          <a:xfrm>
            <a:off x="457200" y="1828800"/>
            <a:ext cx="58521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63500" dir="2700000">
              <a:srgbClr val="8C8C8C">
                <a:alpha val="10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94360" y="1828800"/>
            <a:ext cx="5623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1024px) {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.custom-navbar { font-size: 0.85rem; }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768px) {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.home-banner-container { flex-direction: column; }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3832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En celular el banner se apila y el espiral queda horizontal.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La navbar deja de ser sticky para no tapar media pantalla.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El catálogo pasa a 2 columnas fijas.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ma de puntos" descr="/tmp/claude-0/-home-claude/78d5454c-5c34-51f7-8761-910706116889/scratchpad/deck/halft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ゴゴゴ" descr="/tmp/claude-0/-home-claude/78d5454c-5c34-51f7-8761-910706116889/scratchpad/deck/gogogo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3840480" cy="145938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224028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685800" y="22402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chemeClr val="tx1"/>
                </a:solidFill>
              </a:rPr>
              <a:t>¿PREGUNTAS?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290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Estética de manga en blanco y negro · CSS propio por componente · efectos sin imágenes · medidas en em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gogo Manga">
  <a:themeElements>
    <a:clrScheme name="Gogogo Manga">
      <a:dk1>
        <a:srgbClr val="000000"/>
      </a:dk1>
      <a:lt1>
        <a:srgbClr val="FFFFFF"/>
      </a:lt1>
      <a:dk2>
        <a:srgbClr val="1A1A1A"/>
      </a:dk2>
      <a:lt2>
        <a:srgbClr val="D9D9D9"/>
      </a:lt2>
      <a:accent1>
        <a:srgbClr val="FFFFFF"/>
      </a:accent1>
      <a:accent2>
        <a:srgbClr val="000000"/>
      </a:accent2>
      <a:accent3>
        <a:srgbClr val="8C8C8C"/>
      </a:accent3>
      <a:accent4>
        <a:srgbClr val="4D4D4D"/>
      </a:accent4>
      <a:accent5>
        <a:srgbClr val="BFBFBF"/>
      </a:accent5>
      <a:accent6>
        <a:srgbClr val="262626"/>
      </a:accent6>
      <a:hlink>
        <a:srgbClr val="FFFFFF"/>
      </a:hlink>
      <a:folHlink>
        <a:srgbClr val="BFBFBF"/>
      </a:folHlink>
    </a:clrScheme>
    <a:fontScheme name="Gogogo Mang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Gogogo Market — Diseño y CSS</dc:title>
  <dc:subject>PptxGenJS Presentation</dc:subject>
  <dc:creator>Grupo 9</dc:creator>
  <cp:lastModifiedBy>Grupo 9</cp:lastModifiedBy>
  <cp:revision>1</cp:revision>
  <dcterms:created xsi:type="dcterms:W3CDTF">2026-10-26T04:00:57Z</dcterms:created>
  <dcterms:modified xsi:type="dcterms:W3CDTF">2026-10-26T04:00:57Z</dcterms:modified>
</cp:coreProperties>
</file>